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92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94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merald.com/jrit/article/17/2/352/1226737/Navigating-techniques-in-job-recommender-systems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1801.00377?utm_source=chatgpt.com" TargetMode="External"/><Relationship Id="rId5" Type="http://schemas.openxmlformats.org/officeDocument/2006/relationships/hyperlink" Target="https://arxiv.org/abs/2009.09748?utm_source=chatgpt.com" TargetMode="External"/><Relationship Id="rId4" Type="http://schemas.openxmlformats.org/officeDocument/2006/relationships/hyperlink" Target="https://arxiv.org/abs/2209.05112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5042" y="1332259"/>
            <a:ext cx="5924550" cy="522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000" b="1" dirty="0"/>
              <a:t>25034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  <a:p>
            <a:pPr marL="800100" lvl="1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AI-Based Internship Recommendation Engine for PM Internship Scheme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ID- 133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Name- SQUIDERS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11017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94974" y="1237062"/>
            <a:ext cx="12191999" cy="4967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28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Solution Overview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1) AI/ML-powered matchmaking system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2) Skill, location &amp; sector filtering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Problem Addressed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1) Fairness via diversity parameters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2) Optimized allocation using past data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Unique Features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1) Intuitive, user-friendly interface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2) Demonstrative front-end prototype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97275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SQUIDERS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359752-43A4-CA16-B899-1D3A00A6C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798" y="1930832"/>
            <a:ext cx="3429000" cy="338169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01030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SQUIDERS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960FF1-65E2-38B9-6570-C926FB005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701338"/>
              </p:ext>
            </p:extLst>
          </p:nvPr>
        </p:nvGraphicFramePr>
        <p:xfrm>
          <a:off x="321186" y="1772889"/>
          <a:ext cx="6602127" cy="408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2941">
                  <a:extLst>
                    <a:ext uri="{9D8B030D-6E8A-4147-A177-3AD203B41FA5}">
                      <a16:colId xmlns:a16="http://schemas.microsoft.com/office/drawing/2014/main" val="3898912355"/>
                    </a:ext>
                  </a:extLst>
                </a:gridCol>
                <a:gridCol w="3229186">
                  <a:extLst>
                    <a:ext uri="{9D8B030D-6E8A-4147-A177-3AD203B41FA5}">
                      <a16:colId xmlns:a16="http://schemas.microsoft.com/office/drawing/2014/main" val="6055603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Component</a:t>
                      </a:r>
                      <a:endParaRPr lang="en-IN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Technology Used</a:t>
                      </a:r>
                      <a:endParaRPr lang="en-IN" sz="2800" b="1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146295"/>
                  </a:ext>
                </a:extLst>
              </a:tr>
              <a:tr h="678394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Programming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avaScript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502817"/>
                  </a:ext>
                </a:extLst>
              </a:tr>
              <a:tr h="578465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Backend API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Node.js with Express.js API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54343"/>
                  </a:ext>
                </a:extLst>
              </a:tr>
              <a:tr h="578465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Frontend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64623"/>
                  </a:ext>
                </a:extLst>
              </a:tr>
              <a:tr h="578465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Database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Fire Base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885131"/>
                  </a:ext>
                </a:extLst>
              </a:tr>
              <a:tr h="578465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Hosting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Vercel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916279"/>
                  </a:ext>
                </a:extLst>
              </a:tr>
              <a:tr h="578465">
                <a:tc>
                  <a:txBody>
                    <a:bodyPr/>
                    <a:lstStyle/>
                    <a:p>
                      <a:r>
                        <a:rPr lang="en-IN" dirty="0"/>
                        <a:t>Responsive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All Devices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50634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30931B4-DECA-9BF0-5386-717B9EF297FC}"/>
              </a:ext>
            </a:extLst>
          </p:cNvPr>
          <p:cNvSpPr txBox="1"/>
          <p:nvPr/>
        </p:nvSpPr>
        <p:spPr>
          <a:xfrm>
            <a:off x="2340076" y="1095375"/>
            <a:ext cx="3755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TECH STACK TABLE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A7DEF87-8B6F-B22F-133F-4E109365CA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972"/>
          <a:stretch>
            <a:fillRect/>
          </a:stretch>
        </p:blipFill>
        <p:spPr>
          <a:xfrm>
            <a:off x="8155342" y="1678832"/>
            <a:ext cx="3568337" cy="349828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445018"/>
            <a:ext cx="9385300" cy="391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sz="2400" b="1" dirty="0"/>
              <a:t>Scalable deployment (cloud-ready, open-source)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sz="2400" b="1" dirty="0"/>
              <a:t>Challenges</a:t>
            </a:r>
            <a:r>
              <a:rPr lang="en-IN" sz="2400" dirty="0"/>
              <a:t>: </a:t>
            </a: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400" dirty="0"/>
              <a:t>Fairness, privacy, reliability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sz="2400" b="1" dirty="0"/>
              <a:t>Solutions</a:t>
            </a:r>
            <a:r>
              <a:rPr lang="en-IN" sz="2400" dirty="0"/>
              <a:t>: </a:t>
            </a: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400" dirty="0"/>
              <a:t>Data anonymization, bias mitigation, robust testing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sz="2400" b="1" dirty="0"/>
              <a:t>Can handle thousands of applicants efficiently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sz="2400" b="1" dirty="0"/>
              <a:t>Adaptable to future government schemes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98376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SQUIDERS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D87829-2130-A597-6D69-B69592821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7474" y="1529608"/>
            <a:ext cx="3065051" cy="327374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16095"/>
            <a:ext cx="9385300" cy="3679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Efficient</a:t>
            </a:r>
            <a:r>
              <a:rPr lang="en-US" sz="2400" dirty="0"/>
              <a:t>, </a:t>
            </a:r>
            <a:r>
              <a:rPr lang="en-US" sz="2400" b="1" dirty="0"/>
              <a:t>transparent</a:t>
            </a:r>
            <a:r>
              <a:rPr lang="en-US" sz="2400" dirty="0"/>
              <a:t> placement process for students</a:t>
            </a:r>
          </a:p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Promotes </a:t>
            </a:r>
            <a:r>
              <a:rPr lang="en-US" sz="2400" b="1" dirty="0"/>
              <a:t>inclusion</a:t>
            </a:r>
            <a:r>
              <a:rPr lang="en-US" sz="2400" dirty="0"/>
              <a:t> (rural/social categories) </a:t>
            </a:r>
          </a:p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Reduces</a:t>
            </a:r>
            <a:r>
              <a:rPr lang="en-US" sz="2400" dirty="0"/>
              <a:t> manual </a:t>
            </a:r>
            <a:r>
              <a:rPr lang="en-US" sz="2400" b="1" dirty="0"/>
              <a:t>intervention and bias </a:t>
            </a:r>
          </a:p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Speeds up internship process</a:t>
            </a:r>
            <a:r>
              <a:rPr lang="en-US" sz="2400" dirty="0"/>
              <a:t>, workforce readiness </a:t>
            </a:r>
          </a:p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Strong social </a:t>
            </a:r>
            <a:r>
              <a:rPr lang="en-US" sz="2400" dirty="0"/>
              <a:t>and economic </a:t>
            </a:r>
            <a:r>
              <a:rPr lang="en-US" sz="2400" b="1" dirty="0"/>
              <a:t>benefits</a:t>
            </a:r>
            <a:endParaRPr lang="en-US" sz="2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01682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SQUIDERS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D01EBB-9522-90CA-CAF7-7418BB73B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9763" y="1884953"/>
            <a:ext cx="3243205" cy="33792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74700" y="1682900"/>
            <a:ext cx="9385300" cy="3356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Navigating techniques in job recommender systems on internship profile matching </a:t>
            </a:r>
            <a:r>
              <a:rPr lang="en-US" sz="2400" dirty="0">
                <a:hlinkClick r:id="rId3"/>
              </a:rPr>
              <a:t>[1]</a:t>
            </a:r>
            <a:endParaRPr lang="en-US" sz="2400" dirty="0"/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i="1" dirty="0"/>
              <a:t>A challenge-based survey of e-recruitment recommendation systems </a:t>
            </a:r>
            <a:r>
              <a:rPr lang="en-US" sz="2400" dirty="0">
                <a:hlinkClick r:id="rId4"/>
              </a:rPr>
              <a:t>[2]</a:t>
            </a:r>
            <a:r>
              <a:rPr lang="en-US" sz="2400" dirty="0"/>
              <a:t>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A Deep Hybrid Model for Recommendation Systems </a:t>
            </a:r>
            <a:r>
              <a:rPr lang="en-US" sz="2400" dirty="0">
                <a:hlinkClick r:id="rId5"/>
              </a:rPr>
              <a:t>[3]</a:t>
            </a:r>
            <a:endParaRPr lang="en-US" sz="2400" dirty="0"/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Help Me Find a Job: A Graph-based Approach for Job Recommendation at Scale </a:t>
            </a:r>
            <a:r>
              <a:rPr lang="en-US" sz="2400" dirty="0">
                <a:hlinkClick r:id="rId6"/>
              </a:rPr>
              <a:t>[4]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00580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SQUIDERS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7599</TotalTime>
  <Words>290</Words>
  <Application>Microsoft Office PowerPoint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Shashank N</cp:lastModifiedBy>
  <cp:revision>155</cp:revision>
  <dcterms:created xsi:type="dcterms:W3CDTF">2013-12-12T18:46:50Z</dcterms:created>
  <dcterms:modified xsi:type="dcterms:W3CDTF">2025-09-25T04:42:50Z</dcterms:modified>
  <cp:category/>
</cp:coreProperties>
</file>